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Urbanist" panose="020B0604020202020204" charset="0"/>
      <p:regular r:id="rId12"/>
      <p:bold r:id="rId13"/>
      <p:italic r:id="rId14"/>
      <p:boldItalic r:id="rId15"/>
    </p:embeddedFont>
    <p:embeddedFont>
      <p:font typeface="Urbanist Medium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1f8f66e1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b1f8f66e1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1f8f66e1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b1f8f66e1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document/787619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60358" y="2417564"/>
            <a:ext cx="1027128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Ad-Hoc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OLAP</a:t>
            </a: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Query Processing Engine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04912" y="3179564"/>
            <a:ext cx="9782175" cy="59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CS562 Project Presentation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Team: Rangasai Kumbhashi Raghavendra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85025" y="4745450"/>
            <a:ext cx="85122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https://ieeexplore.ieee.org/document/787619</a:t>
            </a:r>
            <a:endParaRPr sz="180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85750" y="919162"/>
            <a:ext cx="643580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Summary</a:t>
            </a:r>
            <a:endParaRPr/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1337" y="1420862"/>
            <a:ext cx="5014912" cy="33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76250" y="2300287"/>
            <a:ext cx="593883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Standard SQL is inefficient for complex Ad-Hoc OLAP queries (e.g., self-joins).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76250" y="3290887"/>
            <a:ext cx="593883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Implementation of the Phi Operator and EMF syntax.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76250" y="4281487"/>
            <a:ext cx="593883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Significance: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Replaces complex joins with a Scan-based algorithm for In-Place computation.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" y="218598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" y="317658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" y="416718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1325" y="1591549"/>
            <a:ext cx="5123175" cy="29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285750" y="285750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Demo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Agenda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938337" y="2628900"/>
            <a:ext cx="28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938337" y="3852788"/>
            <a:ext cx="28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Query Walkthrough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938337" y="4400550"/>
            <a:ext cx="28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Complex Scenarios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557337" y="2514600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557337" y="3105150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557337" y="3695700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557337" y="4286250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938337" y="3240850"/>
            <a:ext cx="28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2848123"/>
            <a:ext cx="2762250" cy="1923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0" y="2848123"/>
            <a:ext cx="2762250" cy="1923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848123"/>
            <a:ext cx="2762250" cy="1923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0" y="2848123"/>
            <a:ext cx="2762250" cy="1923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285750" y="285750"/>
            <a:ext cx="618077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High-Level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772048"/>
            <a:ext cx="2190750" cy="22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Text file with Phi parameters.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524250" y="3772048"/>
            <a:ext cx="21907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Converts text to PhiOperator object.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477000" y="4040534"/>
            <a:ext cx="21907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Compiles object into Python script.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429750" y="3772048"/>
            <a:ext cx="21907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Runs logic against PostgreSQL.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133875"/>
            <a:ext cx="153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Input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8375" y="3133873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3524250" y="3133873"/>
            <a:ext cx="11715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Parser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91125" y="3133873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477000" y="3133873"/>
            <a:ext cx="1675804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Generator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52804" y="3133873"/>
            <a:ext cx="51494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429750" y="3133873"/>
            <a:ext cx="16097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Execution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96625" y="313387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28875" y="3300561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34000" y="330056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91214" y="330056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287125" y="3300561"/>
            <a:ext cx="1428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285750" y="347662"/>
            <a:ext cx="643580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Query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Structure</a:t>
            </a: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(Phi Operator)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76250" y="2300287"/>
            <a:ext cx="5938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 (Selection):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Attributes to output.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76250" y="2890837"/>
            <a:ext cx="5938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 (Grouping Variables):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Number of scans.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76250" y="3481374"/>
            <a:ext cx="655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 (Grouping Attributes):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Columns defining a group.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76250" y="4071937"/>
            <a:ext cx="5938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F-VECT: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Aggregate calculations.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76250" y="4662487"/>
            <a:ext cx="5938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PRED-LIST: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Logic for each variable.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76250" y="5253037"/>
            <a:ext cx="5938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HAVING: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Final result filter.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" y="218598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5250" y="277653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" y="336708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5250" y="395763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5250" y="454818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5250" y="513873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150" y="285750"/>
            <a:ext cx="3767137" cy="187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39112" y="285750"/>
            <a:ext cx="3767137" cy="187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48150" y="2287637"/>
            <a:ext cx="7658100" cy="18780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285750" y="285750"/>
            <a:ext cx="366045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Technology </a:t>
            </a: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Stack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533900" y="1209675"/>
            <a:ext cx="3048000" cy="6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Python 3: Chosen for strong string manipulation capabilities needed for code generation.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424862" y="1209675"/>
            <a:ext cx="3048000" cy="22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PostgreSQL: Stores the sales fact table.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533900" y="3211562"/>
            <a:ext cx="3048000" cy="6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psycopg2 for DB connectivity, python-dotenv for credentials, os/sys for execution.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5662" y="5715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96625" y="5715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96625" y="2573387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4533900" y="571500"/>
            <a:ext cx="13525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Language</a:t>
            </a:r>
            <a:endParaRPr/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81875" y="7381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424862" y="571500"/>
            <a:ext cx="13335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Database</a:t>
            </a:r>
            <a:endParaRPr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272837" y="7381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4533900" y="2573387"/>
            <a:ext cx="1171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Libraries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249025" y="2740074"/>
            <a:ext cx="2190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47" y="1095375"/>
            <a:ext cx="4559650" cy="18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285750" y="285750"/>
            <a:ext cx="366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Functional Components</a:t>
            </a:r>
            <a:endParaRPr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1875" y="7381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417000" y="1161375"/>
            <a:ext cx="41550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f(get_aggregate_type)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Initialize values for MF-struct types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0897" y="1095375"/>
            <a:ext cx="4559650" cy="18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5913225" y="1161375"/>
            <a:ext cx="41550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f(generate_mf_struct)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 MF-struct definition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675" y="3413750"/>
            <a:ext cx="5134073" cy="18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285750" y="3571075"/>
            <a:ext cx="4954844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</a:t>
            </a:r>
            <a:r>
              <a:rPr lang="en-US" sz="32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generate_predicate_code</a:t>
            </a:r>
            <a:r>
              <a:rPr lang="en-U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2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 row filters during the scan</a:t>
            </a:r>
            <a:endParaRPr sz="2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3337" y="3413750"/>
            <a:ext cx="5433575" cy="18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677925" y="3657225"/>
            <a:ext cx="52044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f(generate_aggregate_scans)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 MF-struct definition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200" y="5567500"/>
            <a:ext cx="5281200" cy="121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2807600" y="5567500"/>
            <a:ext cx="52044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f(generate_having clause)</a:t>
            </a:r>
            <a:b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 filters on the final H-Table rows</a:t>
            </a:r>
            <a:b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285750" y="538162"/>
            <a:ext cx="6435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Limitations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76250" y="3481387"/>
            <a:ext cx="59388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Full Outer Join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Reduce data to subset of valid domains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100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6250" y="4471987"/>
            <a:ext cx="5938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Naive Type Handling: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Assumes data types.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76250" y="5062537"/>
            <a:ext cx="5938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Strict Input Formatting: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Parser limitations.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5250" y="336708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10" name="Google Shape;210;p20"/>
          <p:cNvSpPr txBox="1"/>
          <p:nvPr/>
        </p:nvSpPr>
        <p:spPr>
          <a:xfrm>
            <a:off x="95250" y="435768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5250" y="4948237"/>
            <a:ext cx="857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285750" y="538162"/>
            <a:ext cx="6435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Optimizations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76250" y="2490787"/>
            <a:ext cx="59388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Memory Constraints: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In-Memory MF-Structure (Future: Disk-based swapping).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76250" y="3481387"/>
            <a:ext cx="59388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Algorithmic Complexity: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Nested Loop O(N*G) (Future: Hash Maps for O(1)).</a:t>
            </a:r>
            <a:endParaRPr sz="2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76250" y="4471975"/>
            <a:ext cx="11313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Distributed Computing</a:t>
            </a: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Split grouping variable computations across nodes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76250" y="5062525"/>
            <a:ext cx="9366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Reduction in Scans</a:t>
            </a: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Independent grouping variables’ results can be calculated in one scan.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5250" y="2376487"/>
            <a:ext cx="85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95250" y="3367087"/>
            <a:ext cx="85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5250" y="4357687"/>
            <a:ext cx="85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5250" y="4948237"/>
            <a:ext cx="85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384</Words>
  <Application>Microsoft Office PowerPoint</Application>
  <PresentationFormat>Widescreen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Arial</vt:lpstr>
      <vt:lpstr>Urbanist Medium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Rangasai Kumbhashi Raghavendra</cp:lastModifiedBy>
  <cp:revision>2</cp:revision>
  <dcterms:modified xsi:type="dcterms:W3CDTF">2025-12-19T15:48:35Z</dcterms:modified>
</cp:coreProperties>
</file>